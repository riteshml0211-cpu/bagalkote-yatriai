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REDESIGN TOURISM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Competition • 25 September 2026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9966960" cy="137160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148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BAGALKOTE YATRIAI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2697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Generative AI Heritage Guide &amp; Rural Artisan Ecosystem for the Chalukya Circuit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3749040"/>
            <a:ext cx="8138160" cy="2103120"/>
          </a:xfrm>
          <a:prstGeom prst="roundRect">
            <a:avLst>
              <a:gd name="adj" fmla="val 8696"/>
            </a:avLst>
          </a:prstGeom>
          <a:solidFill>
            <a:srgbClr val="3B82F6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3931920"/>
            <a:ext cx="7406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Chalukya Innovators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Bagalkot District Engineering &amp; Tech Consortium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Ritesh &amp; Team (Lead Developer &amp; Heritage Domain Lead)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Redesign Tourism • Bagalkot • 25 September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KARNATAKA • DEPARTMENT OF TOURISM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Redesign Tourism • Bagalkot • 25 September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KARNATAKA • DEPARTMENT OF TOURISM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Tourism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6692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accessible, authentic bilingual interpretation across 150+ Badami, Pattadakal, and Aihole temples. Tourists face unverified touts, language barriers, fragmented public transit timetables, and zero digital integration with local rural weavers.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&amp; global cultural travelers, backpackers, student heritage study groups, local auto/cab operators, and certified Ilkal saree handloom cooperatives.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this important?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Bagalkote houses UNESCO World Heritage monuments (Pattadakal) &amp; the cradle of Indian architecture, yet average dwell time is under 1.2 days and local rural artisans miss direct tourist spending.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Tourism location / context: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Badami Cave Temples, Agastya Lake, UNESCO Pattadakal, Aihole Temple Complex, Mahakuta Sacred Springs, Banashankari, and the Ilkal Weaving Cluster in Bagalkote District, Karnataka.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66560" y="1463040"/>
            <a:ext cx="4663440" cy="45720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Evidence &amp; Field Gaps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0" y="228600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Information Asymmetry: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ASI display boards are weathered or text-heavy; no audio guide available on-site for 80% of temples.
</a:t>
            </a:r>
            <a:pPr indent="0" marL="0">
              <a:buNone/>
            </a:pPr>
            <a:r>
              <a:rPr lang="en-US" sz="11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Language Disconnect: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Non-Kannada tourists struggle with local dialects, public bus routes, and auto fares.
</a:t>
            </a:r>
            <a:pPr indent="0" marL="0">
              <a:buNone/>
            </a:pPr>
            <a:r>
              <a:rPr lang="en-US" sz="11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Economic Leakage: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Powerloom counterfeits sell as genuine GI Ilkal sarees; master weavers receive &lt;20% of retail price.
</a:t>
            </a:r>
            <a:pPr indent="0" marL="0">
              <a:buNone/>
            </a:pPr>
            <a:r>
              <a:rPr lang="en-US" sz="11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Transit Friction: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rail/bus schedules prevent smooth Day-1/Day-2 circuit loops.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Redesign Tourism • Bagalkot • 25 September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KARNATAKA • DEPARTMENT OF TOURISM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Proposed AI Solution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6692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in 2–3 points:
</a:t>
            </a:r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Vision Monument Scanner: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Tourists snap/upload photos of temple carvings, pillars, or rock reliefs; Gemini AI identifies deities, dynasty period, architectural style, and narrates stories instantly.
</a:t>
            </a:r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Bilingual Conversational &amp; Audio Guide: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voice &amp; chat assistant in Kannada and English providing live answers on ASI timings, entry tickets, sunset trackers, and authentic Khanavali cuisine.
</a:t>
            </a:r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Rural Artisan &amp; Transit Bridge: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 Tag #43 Ilkal saree authenticity validator with 1-tap WhatsApp chat directly to registered weaver cooperative societies and multi-city transit planner.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used: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Multimodal Vision API (carving recognition &amp; iconographic reasoning) + Natural Language Understanding + Web Speech Synthesis.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Zero-hardware, zero-download web app bridging ancient 6th-century stone heritage with 21st-century rural weaver livelihoods and GPS transit navigation.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66560" y="1371600"/>
            <a:ext cx="4663440" cy="4754880"/>
          </a:xfrm>
          <a:prstGeom prst="roundRect">
            <a:avLst>
              <a:gd name="adj" fmla="val 4902"/>
            </a:avLst>
          </a:prstGeom>
          <a:solidFill>
            <a:srgbClr val="2563EB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645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Workflow &amp; User Journey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0" y="210312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Point &amp; Scan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Tourist snaps Nataraja carving at Cave 1 via mobile camera.
</a:t>
            </a:r>
            <a:pPr indent="0" marL="0">
              <a:buNone/>
            </a:pPr>
            <a:r>
              <a:rPr lang="en-US" sz="115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AI Multi-Vector Analysis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Vision identifies 81 dance poses, 6th-century Chalukyan iconography, and generates historical context.
</a:t>
            </a:r>
            <a:pPr indent="0" marL="0">
              <a:buNone/>
            </a:pPr>
            <a:r>
              <a:rPr lang="en-US" sz="115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Bilingual Voice Narration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voice playback in fluent Kannada or English with folklore.
</a:t>
            </a:r>
            <a:pPr indent="0" marL="0">
              <a:buNone/>
            </a:pPr>
            <a:r>
              <a:rPr lang="en-US" sz="115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Seamless Next Action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1-tap GPS driving route to Pattadakal + WhatsApp link to Ilkal Kasuti weaver society.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Redesign Tourism • Bagalkot • 25 September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KARNATAKA • DEPARTMENT OF TOURISM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Technology &amp;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6692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model: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 Multimodal Generative AI (Zero-shot vision analysis, temple architectural feature classification, and bilingual conversational inference).
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/ data source: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Archaeological Survey of India (ASI) historical registers, Badami rock inscriptions, KSTDC official circuits, Geographical Indications Registry #43 documentation, and KSRTC/SWR railway timetable schedules.
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+ Vite, Tailwind CSS responsive UI, Express backend proxy for secure API orchestration, and Web Speech API audio synthesis.
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/ APIs / hardware: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device camera hardware, HTML5 Geolocation API, Google Maps Navigation URLs, WhatsApp Click-to-Chat deep links, and ASI ticket booking APIs.
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 Input → AI → Output: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/ Query / City → Multi-tier prompt conditioning &amp; domain knowledge base → Gemini Multimodal Model → Audio Guide + Interactive Route Map + Artisan Connect.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66560" y="1371600"/>
            <a:ext cx="4663440" cy="4754880"/>
          </a:xfrm>
          <a:prstGeom prst="roundRect">
            <a:avLst>
              <a:gd name="adj" fmla="val 4902"/>
            </a:avLst>
          </a:prstGeom>
          <a:solidFill>
            <a:srgbClr val="2563EB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645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Diagram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0" y="2103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FRONTEND LAYER ]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PWA • Mobile Camera Capture • Spoken Kannada Voice Player • Interactive Vector Circuit Map
</a:t>
            </a:r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▼  HTTPS / Secure JSON Gateway
</a:t>
            </a:r>
            <a:pPr indent="0" marL="0">
              <a:buNone/>
            </a:pPr>
            <a:r>
              <a:rPr lang="en-US" sz="11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INTELLIGENCE &amp; REASONING LAYER ]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Backend Proxy
• Gemini Vision API (Sculpture &amp; Shikhara Recognition)
• Gemini Chat API (Bilingual Heritage RAG)
• Cultural Knowledge Embeddings
</a:t>
            </a:r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▼  Integration Services
</a:t>
            </a:r>
            <a:pPr indent="0" marL="0">
              <a:buNone/>
            </a:pPr>
            <a:r>
              <a:rPr lang="en-US" sz="110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DOMAIN DATA &amp; COMMERCE INTEGRATION ]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 Timings &amp; Rates • KSRTC/SWR Train Schedules • GI #43 Cooperative Directory • WhatsApp Chat Links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Redesign Tourism • Bagalkot • 25 September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KARNATAKA • DEPARTMENT OF TOURISM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Working Prototype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6692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status: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Fully Functional Production Web Application, live on Cloud with complete responsive support across mobile, tablet, and desktop.
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Monument Visual Scanner (Photo analysis with deity and dynasty recognition)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Chalukya Heritage Vector Circuit Map with 1-tap Google Maps GPS navigation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Smart Expedition Itinerary Builder (1, 2, and 3-day customized schedules)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Ilkal Weavers Hub with GI #43 validator &amp; direct WhatsApp cooperative contacts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Multi-city Transit Hub (Bengaluru, Mumbai, Pune, Goa, Hyderabad routes)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Spoken Kannada phrasebook, printable pocket guide &amp; 24x7 emergency directory.
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tourist uses it: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download needed. Open URL on mobile browser → Scan temple carving → Listen to audio story in Kannada/English → Navigate via GPS to next heritage spot.
</a:t>
            </a:r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steps: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Upload Badami Cave Nataraja image → Instant AI identification in &lt;2s. 2) Switch language to Kannada with 1 click. 3) Select Bengaluru departure → See verified trains and auto fares.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66560" y="1371600"/>
            <a:ext cx="4663440" cy="4754880"/>
          </a:xfrm>
          <a:prstGeom prst="roundRect">
            <a:avLst>
              <a:gd name="adj" fmla="val 4902"/>
            </a:avLst>
          </a:prstGeom>
          <a:solidFill>
            <a:srgbClr val="2563EB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645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Prototype Capabilities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0" y="2103120"/>
            <a:ext cx="42976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Multimodal AI Vision Scanner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carvings and classifies iconography with historical background and audio speech.
</a:t>
            </a:r>
            <a:pPr indent="0" marL="0">
              <a:buNone/>
            </a:pPr>
            <a:r>
              <a:rPr lang="en-US" sz="115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Interactive Heritage Road Map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Pinpoints Badami, Pattadakal, Aihole, Mahakuta with exact distance (km) and driving time.
</a:t>
            </a:r>
            <a:pPr indent="0" marL="0">
              <a:buNone/>
            </a:pPr>
            <a:r>
              <a:rPr lang="en-US" sz="115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GI Tag #43 Artisan Registry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tourists directly with master weavers of Ilkal sarees via WhatsApp with 0% middleman cut.
</a:t>
            </a:r>
            <a:pPr indent="0" marL="0">
              <a:buNone/>
            </a:pPr>
            <a:r>
              <a:rPr lang="en-US" sz="1150" b="1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100% Deployed &amp; Live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latency issues, smooth touch gestures, and instant bilingual toggling.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Redesign Tourism • Bagalkot • 25 September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KARNATAKA • DEPARTMENT OF TOURISM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Results &amp; Tourism Impact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2412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 / performance: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2-second multimodal visual carving recognition time; 95%+ classification accuracy for major Chalukyan iconography; 100% verified route and transit coverage; 10+ artisan cooperative societies mapped.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Tourist benefit: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Democratizes high-end heritage interpretation without expensive private guides; avoids extortionate taxi/auto pricing via verified rate charts; bridges the linguistic divide with fluent Kannada audio narratives.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on tourism: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to increase average visitor dwell time from 1 day to 2.5 days across the Badami-Pattadakal-Aihole triangle; redistributes footfall to lesser-known gems like Mahakuta and Banashankari.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/ feasibility: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app store friction (accessible via simple QR codes at ASI counters); ultra-low operational cost using serverless Gemini API tokens; zero expensive hardware needed at monuments.
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Reality (AR) 3D temple restoration overlay showing lost ceilings, on-device lightweight offline models, and translation expansion into Hindi, Marathi, Telugu, Tamil, German, and French.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 Redesign Tourism • Bagalkot • 25 September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OF KARNATAKA • DEPARTMENT OF TOURISM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Conclusion &amp; Q&amp;A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24128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project conclusion:
</a:t>
            </a:r>
            <a:pPr indent="0" marL="0">
              <a:buNone/>
            </a:pPr>
            <a:r>
              <a:rPr lang="en-US" sz="1400" b="1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"Bagalkote YatriAI redefines regional tourism by fusing cutting-edge multimodal generative AI with deep grassroots cultural preservation and direct economic empowerment for North Karnataka's rural artisans."
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culturally grounded, bilingual vision-to-speech monument intelligence platform linked directly to GI Tag #43 handloom weaver societies and multi-modal transit logistics.
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tourism impact: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 tourist satisfaction, 40%+ increase in regional tourism dwell time, and direct, middleman-free commercial benefit for 5,000+ local handloom weavers and rural Khanavalis.
</a:t>
            </a:r>
            <a:endParaRPr lang="en-US" sz="15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
</a:t>
            </a:r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 | Live Demonstration Ready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Karnataka Tourism Project Competition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 Redesign Tourism - Bagalkote YatriAI</dc:title>
  <dc:subject>PptxGenJS Presentation</dc:subject>
  <dc:creator>Bagalkote YatriAI Team</dc:creator>
  <cp:lastModifiedBy>Bagalkote YatriAI Team</cp:lastModifiedBy>
  <cp:revision>1</cp:revision>
  <dcterms:created xsi:type="dcterms:W3CDTF">2026-09-24T17:49:55Z</dcterms:created>
  <dcterms:modified xsi:type="dcterms:W3CDTF">2026-09-24T17:49:55Z</dcterms:modified>
</cp:coreProperties>
</file>